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63B3ED"/>
                </a:solidFill>
                <a:latin typeface="Arial"/>
              </a:defRPr>
            </a:pPr>
            <a:r>
              <a:t>VibeReview</a:t>
            </a:r>
          </a:p>
          <a:p>
            <a:pPr>
              <a:spcBef>
                <a:spcPts val="1200"/>
              </a:spcBef>
              <a:defRPr sz="2800">
                <a:solidFill>
                  <a:srgbClr val="F6AD55"/>
                </a:solidFill>
                <a:latin typeface="Arial"/>
              </a:defRPr>
            </a:pPr>
            <a:r>
              <a:t>Self-Defending, Graph-Native continuous Code Auditor</a:t>
            </a:r>
          </a:p>
          <a:p>
            <a:pPr>
              <a:spcBef>
                <a:spcPts val="2400"/>
              </a:spcBef>
              <a:defRPr sz="1800">
                <a:solidFill>
                  <a:srgbClr val="E2E8F0"/>
                </a:solidFill>
                <a:latin typeface="Arial"/>
              </a:defRPr>
            </a:pPr>
            <a:r>
              <a:t>Zero-Trust Agentic Security Architecture with Google ADK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1. Context Blindness &amp; Autonomous Security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AST and SAST signature scanners flag isolated syntax issues but lack semantic intent understanding and cannot automatically patch code.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Confused Deputy Attacks: Naive LLM agents can be manipulated via prompt injections inside repository code comments or pull requests.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PII &amp; Secret Leakage: Auditing and logging processes run the risk of sending private keys and customer data to external LLM providers.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Intent Drift: Measuring success purely by final output permits insecure execution paths (e.g. executing dangerous shell processes).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2. Sequential Multi-Agent Pipeline (ADK)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Chains 5 specialized sub-agents sequentially to eliminate context dilution and isolate tool access boundaries.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Search Agent: Clones repo and performs SAST/SCA/Code Smell scans.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Story Agent: Maps functional compliance using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Impact Agent: Assesses downstream dependency call graphs.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Task-Breakdown Agent: Partitions changes into ordered work tickets.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Coding Agent: Generates refactored patches and executes sandbox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app/agent.py</a:t>
            </a:r>
            <a:br/>
            <a:r>
              <a:t># Sequential ADK Workflow Graph</a:t>
            </a:r>
            <a:br/>
            <a:br/>
            <a:r>
              <a:t>def create_root_agent() -&gt; Workflow:</a:t>
            </a:r>
            <a:br/>
            <a:r>
              <a:t>    search_agent = create_search_agent()</a:t>
            </a:r>
            <a:br/>
            <a:r>
              <a:t>    story_agent = create_story_agent()</a:t>
            </a:r>
            <a:br/>
            <a:r>
              <a:t>    impact_agent = create_impact_agent()</a:t>
            </a:r>
            <a:br/>
            <a:r>
              <a:t>    task_breakdown_agent = create_task_breakdown_agent()</a:t>
            </a:r>
            <a:br/>
            <a:r>
              <a:t>    coding_agent = create_coding_agent()</a:t>
            </a:r>
            <a:br/>
            <a:r>
              <a:t>    </a:t>
            </a:r>
            <a:br/>
            <a:r>
              <a:t>    return Workflow(</a:t>
            </a:r>
            <a:br/>
            <a:r>
              <a:t>        name="vibe_review_pipeline",</a:t>
            </a:r>
            <a:br/>
            <a:r>
              <a:t>        edges=[</a:t>
            </a:r>
            <a:br/>
            <a:r>
              <a:t>            ('START', search_agent),</a:t>
            </a:r>
            <a:br/>
            <a:r>
              <a:t>            (search_agent, story_agent),</a:t>
            </a:r>
            <a:br/>
            <a:r>
              <a:t>            (story_agent, impact_agent),</a:t>
            </a:r>
            <a:br/>
            <a:r>
              <a:t>            (impact_agent, task_breakdown_agent),</a:t>
            </a:r>
            <a:br/>
            <a:r>
              <a:t>            (task_breakdown_agent, coding_agent)</a:t>
            </a:r>
            <a:br/>
            <a:r>
              <a:t>        ]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3. Checkmarx-style SAST/SCA &amp; SonarQube Smells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Checkmarx SAST matching: Scans Python, JS, Go, Java, PHP, C/C++ files for SQL/Command injections, weak crypto, and path traversals.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Software Composition Analysis (SCA): Automatically parses dependency declarations (e.g., requirements.txt) and flags CVE version pins.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SonarQube Code Smells: Automatically flags Empty Exception catches (except: pass), broad exception handlers, and hardcoded secrets.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app/sub_agents/search/agent.py</a:t>
            </a:r>
            <a:br/>
            <a:r>
              <a:t># Regex Scanning Engines (Executed Local/Offline)</a:t>
            </a:r>
            <a:br/>
            <a:br/>
            <a:r>
              <a:t>sast_patterns = {</a:t>
            </a:r>
            <a:br/>
            <a:r>
              <a:t>    "SQL Injection Risk": re.compile(</a:t>
            </a:r>
            <a:br/>
            <a:r>
              <a:t>        r'(?i)(?:\.execute\(|db\.query\(...).*f?["\'].*\{\w+\}.*["\']'</a:t>
            </a:r>
            <a:br/>
            <a:r>
              <a:t>    ),</a:t>
            </a:r>
            <a:br/>
            <a:r>
              <a:t>    "Command Injection Risk": re.compile(</a:t>
            </a:r>
            <a:br/>
            <a:r>
              <a:t>        r'(?i)(?:subprocess\.(?:run|Popen|call)\(.*shell\s*=\s*True|os\.system\(...)'</a:t>
            </a:r>
            <a:br/>
            <a:r>
              <a:t>    ),</a:t>
            </a:r>
            <a:br/>
            <a:r>
              <a:t>    "Insecure Cryptography (MD5/SHA1)": re.compile(</a:t>
            </a:r>
            <a:br/>
            <a:r>
              <a:t>        r'(?i)(?:hashlib\.(?:md5|sha1)\(|md5\.New\(|sha1\.New\(...)'</a:t>
            </a:r>
            <a:br/>
            <a:r>
              <a:t>    )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4. Hybrid Policy Server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Deny-by-default structural RBAC gating: Enforces allowed tools per sub-agent (defined in policies.yaml) before execution.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Semantic LLM Gating: Checks arguments payload with an isolated LLM firewall before invoking write/execution tools.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Context Hygiene (PII Masking): ContextResolver matches emails, IPs, and keys, substituting placeholders before external LLM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app/security.py</a:t>
            </a:r>
            <a:br/>
            <a:r>
              <a:t># Structural &amp; Semantic Tool Gating</a:t>
            </a:r>
            <a:br/>
            <a:br/>
            <a:r>
              <a:t>async def verify_tool_call(self, agent_name, tool_name, tool_args):</a:t>
            </a:r>
            <a:br/>
            <a:r>
              <a:t>    # 1. Structural Gating (RBAC)</a:t>
            </a:r>
            <a:br/>
            <a:r>
              <a:t>    if not self.check_structural_gating(agent_name, tool_name):</a:t>
            </a:r>
            <a:br/>
            <a:r>
              <a:t>        return False, f"RBAC Policy Violation"</a:t>
            </a:r>
            <a:br/>
            <a:r>
              <a:t>        </a:t>
            </a:r>
            <a:br/>
            <a:r>
              <a:t>    # 2. Semantic Gating (LLM Firewall)</a:t>
            </a:r>
            <a:br/>
            <a:r>
              <a:t>    if tool_name in ["run_sandbox", "execute_command"]:</a:t>
            </a:r>
            <a:br/>
            <a:r>
              <a:t>        is_safe, reason = await self.check_semantic_gating(</a:t>
            </a:r>
            <a:br/>
            <a:r>
              <a:t>            tool_name, tool_args</a:t>
            </a:r>
            <a:br/>
            <a:r>
              <a:t>        )</a:t>
            </a:r>
            <a:br/>
            <a:r>
              <a:t>        if not is_safe:</a:t>
            </a:r>
            <a:br/>
            <a:r>
              <a:t>            return False, f"Semantic Violation: {reason}"</a:t>
            </a:r>
            <a:br/>
            <a:r>
              <a:t>            </a:t>
            </a:r>
            <a:br/>
            <a:r>
              <a:t>    return True, "Tool call approved"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5. Red/Blue/Green Stateful Quarantine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Red Team: Probes system inputs with adversarial payloads.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Blue Team: Intercepts tool calls and monitors telemetry arguments for command injection signatures (like 'rm -rf' or SQL payloads).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Green Team: On anomaly detection, transitions the session state to QUARANTINED, revoking all tool access, and initiates auto-remediation.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app/security.py</a:t>
            </a:r>
            <a:br/>
            <a:r>
              <a:t># Stateful Quarantine Interception</a:t>
            </a:r>
            <a:br/>
            <a:br/>
            <a:r>
              <a:t># Blue Team: Scan values for known signatures</a:t>
            </a:r>
            <a:br/>
            <a:r>
              <a:t>for val in tool_args.values():</a:t>
            </a:r>
            <a:br/>
            <a:r>
              <a:t>    if isinstance(val, str):</a:t>
            </a:r>
            <a:br/>
            <a:r>
              <a:t>        if any(sig in val for sig in ["rm -rf", "adversarial_vibes"]):</a:t>
            </a:r>
            <a:br/>
            <a:r>
              <a:t>            # Green Team: Anomaly detected! Quarantine instantly</a:t>
            </a:r>
            <a:br/>
            <a:r>
              <a:t>            tool_context.state["agent_status"] = "QUARANTINED"</a:t>
            </a:r>
            <a:br/>
            <a:r>
              <a:t>            tool_context.state["remediation_triggered"] = True</a:t>
            </a:r>
            <a:br/>
            <a:r>
              <a:t>            </a:t>
            </a:r>
            <a:br/>
            <a:r>
              <a:t>            raise SecurityAnomalyException(</a:t>
            </a:r>
            <a:br/>
            <a:r>
              <a:t>                f"Security Anomaly: Blocked anomalous input: '{val}'"</a:t>
            </a:r>
            <a:br/>
            <a:r>
              <a:t>            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6. Presentation Boundary Isolation (A2UI)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To prevent XSS and remote code executions, the agent is strictly prohibited from writing or generating frontend client scripts.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Agent-to-User Interface (A2UI): The agent writes a declarative JSON component tree representing visual dashboard presentation.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Pre-approved static catalog: The client renders the JSON utilizing static elements (Card, List, Button) isolating the browser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app/agent_runtime_app.py</a:t>
            </a:r>
            <a:br/>
            <a:r>
              <a:t># A2UI Declarative Component Payload Example</a:t>
            </a:r>
            <a:br/>
            <a:br/>
            <a:r>
              <a:t>ui_components = [</a:t>
            </a:r>
            <a:br/>
            <a:r>
              <a:t>    {</a:t>
            </a:r>
            <a:br/>
            <a:r>
              <a:t>        "id": "root", "type": "Container",</a:t>
            </a:r>
            <a:br/>
            <a:r>
              <a:t>        "children": ["title", "vulnerabilities_list"]</a:t>
            </a:r>
            <a:br/>
            <a:r>
              <a:t>    },</a:t>
            </a:r>
            <a:br/>
            <a:r>
              <a:t>    {</a:t>
            </a:r>
            <a:br/>
            <a:r>
              <a:t>        "id": "title", "type": "Header",</a:t>
            </a:r>
            <a:br/>
            <a:r>
              <a:t>        "properties": { "text": "VibeReview Security Audit" }</a:t>
            </a:r>
            <a:br/>
            <a:r>
              <a:t>    },</a:t>
            </a:r>
            <a:br/>
            <a:r>
              <a:t>    {</a:t>
            </a:r>
            <a:br/>
            <a:r>
              <a:t>        "id": "vulnerabilities_list", "type": "List",</a:t>
            </a:r>
            <a:br/>
            <a:r>
              <a:t>        "properties": { "items": vulnerabilities }</a:t>
            </a:r>
            <a:br/>
            <a:r>
              <a:t>    }</a:t>
            </a:r>
            <a:br/>
            <a: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7. Ephemeral Sandbox &amp; TDD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Test-Driven Development (TDD) validation: Coding Agent must write reproduction test scripts inside the sandbox.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Real Sandbox Commands execution: Executes sandbox commands locally to run Pytest suites, check linters, and apply git diffs.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Once tests pass, the agent generates the visual layouts, diagnostic reports, and final pull request comment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0AEC0"/>
                </a:solidFill>
                <a:latin typeface="Courier New"/>
              </a:defRPr>
            </a:pPr>
            <a:r>
              <a:t># app/sub_agents/coding/agent.py</a:t>
            </a:r>
            <a:br/>
            <a:r>
              <a:t># Sandbox Subprocess Runner</a:t>
            </a:r>
            <a:br/>
            <a:br/>
            <a:r>
              <a:t>def execute_sandbox(command: str) -&gt; dict:</a:t>
            </a:r>
            <a:br/>
            <a:r>
              <a:t>    try:</a:t>
            </a:r>
            <a:br/>
            <a:r>
              <a:t>        res = subprocess.run(</a:t>
            </a:r>
            <a:br/>
            <a:r>
              <a:t>            command, shell=True, capture_output=True,</a:t>
            </a:r>
            <a:br/>
            <a:r>
              <a:t>            text=True, timeout=30</a:t>
            </a:r>
            <a:br/>
            <a:r>
              <a:t>        )</a:t>
            </a:r>
            <a:br/>
            <a:r>
              <a:t>        return {</a:t>
            </a:r>
            <a:br/>
            <a:r>
              <a:t>            "status": "success" if res.returncode == 0 else "failed",</a:t>
            </a:r>
            <a:br/>
            <a:r>
              <a:t>            "returncode": res.returncode,</a:t>
            </a:r>
            <a:br/>
            <a:r>
              <a:t>            "stdout": res.stdout, "stderr": res.stderr</a:t>
            </a:r>
            <a:br/>
            <a:r>
              <a:t>        }</a:t>
            </a:r>
            <a:br/>
            <a:r>
              <a:t>    except Exception as e:</a:t>
            </a:r>
            <a:br/>
            <a:r>
              <a:t>        return {"status": "error", "error": str(e)}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B3ED"/>
                </a:solidFill>
                <a:latin typeface="Arial"/>
              </a:defRPr>
            </a:pPr>
            <a:r>
              <a:t>VibeReview: Production-Ready Code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Fully automated remote repo cloning and multi-language codebase auditing (Python, JS, Go, Java, PHP, Ruby, C/C++).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Continuous compliance auditing matching Checkmarx SAST, SCA, and SonarQube Code Smell standards.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Active stateful defense: RBAC Policy server, semantic LLM firewalls, and instant session quarantine safeguards the runtime environment.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Decoupled visual dashboard layout rendering using secure A2UI specs.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